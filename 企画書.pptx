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2" r:id="rId3"/>
    <p:sldId id="260" r:id="rId4"/>
    <p:sldId id="258" r:id="rId5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5152" autoAdjust="0"/>
  </p:normalViewPr>
  <p:slideViewPr>
    <p:cSldViewPr snapToGrid="0">
      <p:cViewPr varScale="1">
        <p:scale>
          <a:sx n="90" d="100"/>
          <a:sy n="90" d="100"/>
        </p:scale>
        <p:origin x="126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A95F579-98D4-11D6-1BB7-A86E99A1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D0035A84-6E6C-393F-4146-49E2109ED6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E353B81-A270-96CD-0023-2756612E69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F39FBD-4B9B-468B-BBF0-CB7E8A878DF4}" type="datetimeFigureOut">
              <a:rPr kumimoji="1" lang="ja-JP" altLang="en-US" smtClean="0"/>
              <a:t>2026/9/15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473EC86-3931-4D9E-7780-15E951F560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574142A-9A15-C117-0B26-D8B98715E4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0093F3-14FA-4D6F-8152-197671D0C76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305929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87175D-0BED-23C2-DE23-7B9112B76D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CD9A5C1-B64A-8166-B82A-4CABA2EC8D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5A4B1C2-515D-DB76-78DD-1B16E5FDB2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F39FBD-4B9B-468B-BBF0-CB7E8A878DF4}" type="datetimeFigureOut">
              <a:rPr kumimoji="1" lang="ja-JP" altLang="en-US" smtClean="0"/>
              <a:t>2026/9/15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93F50A4-975C-F17B-D9BE-06741F8443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A04D4DC-B405-4CCE-9B6A-CE6A0873E8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0093F3-14FA-4D6F-8152-197671D0C76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78517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183A022-9BDF-D0D4-C117-00C77177FA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D1104A8-ADB1-7C0B-6DE9-C39DCFE6F1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B10D5B0-62A5-A361-4A44-CBFB0826B6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F39FBD-4B9B-468B-BBF0-CB7E8A878DF4}" type="datetimeFigureOut">
              <a:rPr kumimoji="1" lang="ja-JP" altLang="en-US" smtClean="0"/>
              <a:t>2026/9/15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92DDC52-0627-5BBF-438C-53D93FACD5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18D1363-6AC2-9FEC-5921-2A64D1E88F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0093F3-14FA-4D6F-8152-197671D0C76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584888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D00A7C4-6B06-EADC-9C4F-44BD37ABBE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19553D5-6C11-7C31-C390-CC93F3F0F11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6F681506-42EC-5FAF-523B-9A9CAC9CA0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4107B199-3219-9266-39C5-E1AAF2D9CC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F39FBD-4B9B-468B-BBF0-CB7E8A878DF4}" type="datetimeFigureOut">
              <a:rPr kumimoji="1" lang="ja-JP" altLang="en-US" smtClean="0"/>
              <a:t>2026/9/15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48977D78-9225-100F-ABF5-59E3DF15E5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72549342-68AC-77BF-7821-9F3D90E6F5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0093F3-14FA-4D6F-8152-197671D0C76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068212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F63DA0A-6938-C14C-BB59-D217AC7BF9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4FC9BD0-D7D7-0C0C-6211-28359F189B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F51541F-15F9-7044-4F35-B50DB4438B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5E71D1C5-3C02-09AF-0AD1-48B70D1C407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FCA7B196-A747-86FF-CEA9-07F17BADE3F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71125128-F7C4-0B33-FAAA-6C9C1F631E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F39FBD-4B9B-468B-BBF0-CB7E8A878DF4}" type="datetimeFigureOut">
              <a:rPr kumimoji="1" lang="ja-JP" altLang="en-US" smtClean="0"/>
              <a:t>2026/9/15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9EA76947-AE6C-5B89-F917-85F695A712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F803695A-81A4-DC58-FE92-E2F64B9BE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0093F3-14FA-4D6F-8152-197671D0C76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1673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9D8BA17-539E-DA4C-1925-3A8291C96A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5D75943D-68CF-02AB-8658-98A6805FCC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F39FBD-4B9B-468B-BBF0-CB7E8A878DF4}" type="datetimeFigureOut">
              <a:rPr kumimoji="1" lang="ja-JP" altLang="en-US" smtClean="0"/>
              <a:t>2026/9/15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FB10DCDE-BE53-7C4F-A4A7-5C8B1D52C9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1FBB8F11-8CF1-DA07-D01A-04202B43EC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0093F3-14FA-4D6F-8152-197671D0C76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559784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A69DB7BF-6AA1-0464-73E1-1CD5A4535E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F39FBD-4B9B-468B-BBF0-CB7E8A878DF4}" type="datetimeFigureOut">
              <a:rPr kumimoji="1" lang="ja-JP" altLang="en-US" smtClean="0"/>
              <a:t>2026/9/15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8052E9B-BF95-B3BE-63F4-91C35C0641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136BED1D-18BE-CF3B-D163-9150D0F0DE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0093F3-14FA-4D6F-8152-197671D0C76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723834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1D2085F-8E65-1D73-8F26-8AEC364F61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044C278-50D8-9E7E-3210-7AACFC6FF8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80317FB6-42CE-E2E8-8AE5-0764560285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D445DAA4-9BA8-D7A4-5427-EB8C015F76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F39FBD-4B9B-468B-BBF0-CB7E8A878DF4}" type="datetimeFigureOut">
              <a:rPr kumimoji="1" lang="ja-JP" altLang="en-US" smtClean="0"/>
              <a:t>2026/9/15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EF6B98BA-C2B9-29EA-4F97-1D3C7FB50C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572BAF43-76CA-1C49-4095-A939516D5A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0093F3-14FA-4D6F-8152-197671D0C76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972304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C231391-6DE9-7FFC-AE33-DB749E4A24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EAFAD2FD-9AE4-6406-4EDC-E67EBE437E3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304068DC-AFBE-7849-7577-44253CB1D9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2ACAF37E-BDD0-A026-7DAF-2FCD27A176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F39FBD-4B9B-468B-BBF0-CB7E8A878DF4}" type="datetimeFigureOut">
              <a:rPr kumimoji="1" lang="ja-JP" altLang="en-US" smtClean="0"/>
              <a:t>2026/9/15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EC0F1CCF-0428-4716-5929-C4655DF2D6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B6BA166D-584D-7ECC-45D8-21B67F5059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0093F3-14FA-4D6F-8152-197671D0C76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272163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283D466-10B6-0595-A528-26872AB854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1F09718-AA06-9DDB-5F0C-138B7E52A0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E9EC2A4-8A53-45FD-D799-37C9363593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F39FBD-4B9B-468B-BBF0-CB7E8A878DF4}" type="datetimeFigureOut">
              <a:rPr kumimoji="1" lang="ja-JP" altLang="en-US" smtClean="0"/>
              <a:t>2026/9/15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7A940E0-A5F8-A9EE-BC0E-419A0D414F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876AE5D-E612-BF21-08B0-91200B2F20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0093F3-14FA-4D6F-8152-197671D0C76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828192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A81949BD-AA4B-E44D-E58F-499D66A5507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94DC80C5-062E-9DE5-1A54-8D16B66260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6903E9F-19FF-F930-5548-C1E25FD9C7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F39FBD-4B9B-468B-BBF0-CB7E8A878DF4}" type="datetimeFigureOut">
              <a:rPr kumimoji="1" lang="ja-JP" altLang="en-US" smtClean="0"/>
              <a:t>2026/9/15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3C56F1A-61A7-F7F7-CA81-F7BA30A81E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B964244-ECD9-D28D-A489-75C3E0C6AC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0093F3-14FA-4D6F-8152-197671D0C76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013758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B0A20E18-2402-268B-9B51-F1490AEC7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58B60586-B37C-19E2-50B6-01CA6D4868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78BE753-CA93-80B8-DABF-845C8B1C1FC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F39FBD-4B9B-468B-BBF0-CB7E8A878DF4}" type="datetimeFigureOut">
              <a:rPr kumimoji="1" lang="ja-JP" altLang="en-US" smtClean="0"/>
              <a:t>2026/9/15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1A42586-223A-9B0D-774E-493D197B6B2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26E0EB2-0A34-682A-8934-2CCD287CA21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0093F3-14FA-4D6F-8152-197671D0C76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007955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83597C27-7541-29E4-888E-FB3D21D90855}"/>
              </a:ext>
            </a:extLst>
          </p:cNvPr>
          <p:cNvSpPr txBox="1"/>
          <p:nvPr/>
        </p:nvSpPr>
        <p:spPr>
          <a:xfrm>
            <a:off x="855083" y="837950"/>
            <a:ext cx="1082655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7200" b="1" u="sng" dirty="0"/>
              <a:t>THE</a:t>
            </a:r>
            <a:r>
              <a:rPr lang="ja-JP" altLang="en-US" sz="7200" b="1" u="sng" dirty="0"/>
              <a:t> </a:t>
            </a:r>
            <a:r>
              <a:rPr lang="en-US" altLang="ja-JP" sz="7200" b="1" u="sng" dirty="0"/>
              <a:t>SUPER</a:t>
            </a:r>
            <a:r>
              <a:rPr lang="ja-JP" altLang="en-US" sz="7200" b="1" u="sng" dirty="0"/>
              <a:t> </a:t>
            </a:r>
            <a:r>
              <a:rPr lang="en-US" altLang="ja-JP" sz="7200" b="1" u="sng" dirty="0"/>
              <a:t>TIME</a:t>
            </a:r>
            <a:r>
              <a:rPr lang="ja-JP" altLang="en-US" sz="7200" b="1" dirty="0"/>
              <a:t>⏱</a:t>
            </a:r>
            <a:endParaRPr lang="en-US" altLang="ja-JP" sz="7200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39E9DA10-39B4-D40C-DB5E-B4E508FFCB70}"/>
              </a:ext>
            </a:extLst>
          </p:cNvPr>
          <p:cNvSpPr txBox="1"/>
          <p:nvPr/>
        </p:nvSpPr>
        <p:spPr>
          <a:xfrm>
            <a:off x="7625960" y="3889672"/>
            <a:ext cx="4000097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 dirty="0"/>
              <a:t>チーム名：超熱漢</a:t>
            </a:r>
            <a:endParaRPr kumimoji="1" lang="en-US" altLang="ja-JP" sz="2000" dirty="0"/>
          </a:p>
          <a:p>
            <a:r>
              <a:rPr lang="ja-JP" altLang="en-US" sz="2000" dirty="0"/>
              <a:t>メンバー：福田元気</a:t>
            </a:r>
            <a:endParaRPr lang="en-US" altLang="ja-JP" sz="2000" dirty="0"/>
          </a:p>
          <a:p>
            <a:r>
              <a:rPr kumimoji="1" lang="en-US" altLang="ja-JP" sz="2000" dirty="0"/>
              <a:t>	</a:t>
            </a:r>
            <a:r>
              <a:rPr kumimoji="1" lang="ja-JP" altLang="en-US" sz="2000" dirty="0"/>
              <a:t>　</a:t>
            </a:r>
            <a:r>
              <a:rPr lang="ja-JP" altLang="en-US" sz="2000" dirty="0"/>
              <a:t> </a:t>
            </a:r>
            <a:r>
              <a:rPr kumimoji="1" lang="ja-JP" altLang="en-US" sz="2000" dirty="0"/>
              <a:t>久保田七翔</a:t>
            </a:r>
            <a:endParaRPr kumimoji="1" lang="en-US" altLang="ja-JP" sz="2000" dirty="0"/>
          </a:p>
          <a:p>
            <a:r>
              <a:rPr lang="en-US" altLang="ja-JP" sz="2000" dirty="0"/>
              <a:t>	</a:t>
            </a:r>
            <a:r>
              <a:rPr lang="ja-JP" altLang="en-US" sz="2000" dirty="0"/>
              <a:t>　 廣田凌</a:t>
            </a:r>
            <a:endParaRPr lang="en-US" altLang="ja-JP" sz="2000" dirty="0"/>
          </a:p>
          <a:p>
            <a:r>
              <a:rPr kumimoji="1" lang="en-US" altLang="ja-JP" sz="2000" dirty="0"/>
              <a:t>	</a:t>
            </a:r>
            <a:r>
              <a:rPr kumimoji="1" lang="ja-JP" altLang="en-US" sz="2000" dirty="0"/>
              <a:t>　 松本大義</a:t>
            </a:r>
            <a:endParaRPr kumimoji="1" lang="en-US" altLang="ja-JP" sz="2000" dirty="0"/>
          </a:p>
          <a:p>
            <a:r>
              <a:rPr lang="en-US" altLang="ja-JP" sz="2000" dirty="0"/>
              <a:t>	</a:t>
            </a:r>
            <a:r>
              <a:rPr lang="ja-JP" altLang="en-US" sz="2000" dirty="0"/>
              <a:t>　 玉利倖晟</a:t>
            </a:r>
            <a:endParaRPr kumimoji="1" lang="en-US" altLang="ja-JP" sz="2000" dirty="0"/>
          </a:p>
        </p:txBody>
      </p:sp>
      <p:pic>
        <p:nvPicPr>
          <p:cNvPr id="2" name="図 1" descr="VRシューティング「SUPERHOT VR」の売上が200万本突破、根強い人気 - MoguLive">
            <a:extLst>
              <a:ext uri="{FF2B5EF4-FFF2-40B4-BE49-F238E27FC236}">
                <a16:creationId xmlns:a16="http://schemas.microsoft.com/office/drawing/2014/main" id="{26682C8B-8002-E81F-8401-965AC32BE4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5162" y="2661089"/>
            <a:ext cx="5926544" cy="33589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05170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D08C76-BE3F-FDEF-82DD-1AAAE9D654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22CEBE50-D7B2-006D-E898-E2E40AB1AE67}"/>
              </a:ext>
            </a:extLst>
          </p:cNvPr>
          <p:cNvSpPr txBox="1"/>
          <p:nvPr/>
        </p:nvSpPr>
        <p:spPr>
          <a:xfrm flipH="1">
            <a:off x="2129556" y="1256890"/>
            <a:ext cx="793288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4000" b="1" dirty="0"/>
              <a:t>SUPER HOT</a:t>
            </a:r>
            <a:r>
              <a:rPr lang="ja-JP" altLang="en-US" sz="4000" b="1" dirty="0"/>
              <a:t>みたいなゲーム</a:t>
            </a:r>
            <a:endParaRPr lang="en-US" altLang="ja-JP" sz="4000" b="1" dirty="0"/>
          </a:p>
        </p:txBody>
      </p:sp>
      <p:pic>
        <p:nvPicPr>
          <p:cNvPr id="2" name="図 1" descr="VRゲームのタイムアタックに体力が必要『SUPERHOT VR』8分21秒で全クリ - MoguLive">
            <a:extLst>
              <a:ext uri="{FF2B5EF4-FFF2-40B4-BE49-F238E27FC236}">
                <a16:creationId xmlns:a16="http://schemas.microsoft.com/office/drawing/2014/main" id="{5901A03E-ADEF-55D3-EF97-BACE0E4267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7156" y="2560704"/>
            <a:ext cx="5777688" cy="32488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78462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72A4227A-74E4-11B6-CA69-763AA49EFF06}"/>
              </a:ext>
            </a:extLst>
          </p:cNvPr>
          <p:cNvSpPr txBox="1"/>
          <p:nvPr/>
        </p:nvSpPr>
        <p:spPr>
          <a:xfrm flipH="1">
            <a:off x="1011935" y="1586764"/>
            <a:ext cx="273100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4000" b="1" dirty="0"/>
              <a:t>コンセプト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BBF2DC62-BFB6-7065-256A-5FC80912C64D}"/>
              </a:ext>
            </a:extLst>
          </p:cNvPr>
          <p:cNvSpPr txBox="1"/>
          <p:nvPr/>
        </p:nvSpPr>
        <p:spPr>
          <a:xfrm flipH="1">
            <a:off x="2377439" y="3244067"/>
            <a:ext cx="793288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4000" b="1" dirty="0"/>
              <a:t>戦略がはまった瞬間の気持ちよさ</a:t>
            </a:r>
          </a:p>
        </p:txBody>
      </p:sp>
    </p:spTree>
    <p:extLst>
      <p:ext uri="{BB962C8B-B14F-4D97-AF65-F5344CB8AC3E}">
        <p14:creationId xmlns:p14="http://schemas.microsoft.com/office/powerpoint/2010/main" val="7372579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DED9AA4-3C3D-22FD-9E7B-F7CA1D436A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4298" y="1169080"/>
            <a:ext cx="7245060" cy="3190270"/>
          </a:xfrm>
        </p:spPr>
        <p:txBody>
          <a:bodyPr/>
          <a:lstStyle/>
          <a:p>
            <a:pPr marL="0" indent="0">
              <a:buNone/>
            </a:pPr>
            <a:r>
              <a:rPr lang="ja-JP" altLang="en-US"/>
              <a:t>ゲーム概要</a:t>
            </a:r>
            <a:endParaRPr lang="en-US" altLang="ja-JP"/>
          </a:p>
          <a:p>
            <a:pPr marL="0" indent="0">
              <a:buNone/>
            </a:pPr>
            <a:r>
              <a:rPr lang="ja-JP" altLang="en-US"/>
              <a:t>・</a:t>
            </a:r>
            <a:r>
              <a:rPr lang="en-US" altLang="ja-JP"/>
              <a:t>SUPER HOT</a:t>
            </a:r>
            <a:r>
              <a:rPr lang="ja-JP" altLang="en-US"/>
              <a:t>みたいなゲーム</a:t>
            </a:r>
            <a:endParaRPr lang="en-US" altLang="ja-JP"/>
          </a:p>
          <a:p>
            <a:pPr marL="0" indent="0">
              <a:buNone/>
            </a:pPr>
            <a:r>
              <a:rPr lang="ja-JP" altLang="en-US"/>
              <a:t>・プレイヤーの動きが止まっているとき</a:t>
            </a:r>
            <a:endParaRPr lang="en-US" altLang="ja-JP"/>
          </a:p>
          <a:p>
            <a:pPr marL="0" indent="0">
              <a:buNone/>
            </a:pPr>
            <a:r>
              <a:rPr lang="ja-JP" altLang="en-US"/>
              <a:t>は時間が止まる！</a:t>
            </a:r>
            <a:endParaRPr lang="en-US" altLang="ja-JP"/>
          </a:p>
          <a:p>
            <a:pPr marL="0" indent="0">
              <a:buNone/>
            </a:pPr>
            <a:r>
              <a:rPr kumimoji="1" lang="ja-JP" altLang="en-US"/>
              <a:t>・次々と現れる敵を拳や銃で倒す！</a:t>
            </a:r>
            <a:endParaRPr kumimoji="1" lang="en-US" altLang="ja-JP"/>
          </a:p>
          <a:p>
            <a:pPr marL="0" indent="0">
              <a:buNone/>
            </a:pPr>
            <a:r>
              <a:rPr lang="ja-JP" altLang="en-US"/>
              <a:t>・全ての敵を倒したらステージクリア！</a:t>
            </a:r>
            <a:endParaRPr lang="en-US" altLang="ja-JP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43372500-D551-F847-84B8-28A129E35C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4206" y="1020223"/>
            <a:ext cx="4591994" cy="2701173"/>
          </a:xfrm>
          <a:prstGeom prst="rect">
            <a:avLst/>
          </a:prstGeom>
        </p:spPr>
      </p:pic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A9F1D0BA-8992-AC50-99CD-A6FEA929F5F9}"/>
              </a:ext>
            </a:extLst>
          </p:cNvPr>
          <p:cNvSpPr txBox="1"/>
          <p:nvPr/>
        </p:nvSpPr>
        <p:spPr>
          <a:xfrm>
            <a:off x="644298" y="4827745"/>
            <a:ext cx="11667744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800" dirty="0"/>
              <a:t>ターゲットユーザー</a:t>
            </a:r>
            <a:endParaRPr kumimoji="1" lang="en-US" altLang="ja-JP" sz="2800" dirty="0"/>
          </a:p>
          <a:p>
            <a:r>
              <a:rPr lang="en-US" altLang="ja-JP" sz="2800" dirty="0"/>
              <a:t>SUPER HOT</a:t>
            </a:r>
            <a:r>
              <a:rPr lang="ja-JP" altLang="en-US" sz="2800" dirty="0"/>
              <a:t>の売上（およそ</a:t>
            </a:r>
            <a:r>
              <a:rPr lang="en-US" altLang="ja-JP" sz="2800" dirty="0"/>
              <a:t>120</a:t>
            </a:r>
            <a:r>
              <a:rPr lang="ja-JP" altLang="en-US" sz="2800" dirty="0"/>
              <a:t>万本）のだいたい半分　</a:t>
            </a:r>
            <a:r>
              <a:rPr lang="en-US" altLang="ja-JP" sz="2800" dirty="0"/>
              <a:t>60</a:t>
            </a:r>
            <a:r>
              <a:rPr lang="ja-JP" altLang="en-US" sz="2800" dirty="0"/>
              <a:t>万人</a:t>
            </a:r>
            <a:endParaRPr lang="en-US" altLang="ja-JP" sz="2800" dirty="0"/>
          </a:p>
          <a:p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1190844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311</TotalTime>
  <Words>95</Words>
  <Application>Microsoft Office PowerPoint</Application>
  <PresentationFormat>ワイド画面</PresentationFormat>
  <Paragraphs>18</Paragraphs>
  <Slides>4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4</vt:i4>
      </vt:variant>
    </vt:vector>
  </HeadingPairs>
  <TitlesOfParts>
    <vt:vector size="8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久保田　七翔</dc:creator>
  <cp:lastModifiedBy>福田　元気</cp:lastModifiedBy>
  <cp:revision>5</cp:revision>
  <dcterms:created xsi:type="dcterms:W3CDTF">2026-09-10T08:03:29Z</dcterms:created>
  <dcterms:modified xsi:type="dcterms:W3CDTF">2026-09-15T09:35:25Z</dcterms:modified>
</cp:coreProperties>
</file>