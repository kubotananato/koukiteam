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152" autoAdjust="0"/>
  </p:normalViewPr>
  <p:slideViewPr>
    <p:cSldViewPr snapToGrid="0">
      <p:cViewPr varScale="1">
        <p:scale>
          <a:sx n="103" d="100"/>
          <a:sy n="103" d="100"/>
        </p:scale>
        <p:origin x="9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5F579-98D4-11D6-1BB7-A86E99A1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0035A84-6E6C-393F-4146-49E2109ED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353B81-A270-96CD-0023-2756612E6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73EC86-3931-4D9E-7780-15E951F56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74142A-9A15-C117-0B26-D8B98715E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059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87175D-0BED-23C2-DE23-7B9112B76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9A5C1-B64A-8166-B82A-4CABA2EC8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A4B1C2-515D-DB76-78DD-1B16E5FDB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F50A4-975C-F17B-D9BE-06741F844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04D4DC-B405-4CCE-9B6A-CE6A0873E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851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83A022-9BDF-D0D4-C117-00C77177F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1104A8-ADB1-7C0B-6DE9-C39DCFE6F1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10D5B0-62A5-A361-4A44-CBFB0826B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2DDC52-0627-5BBF-438C-53D93FACD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8D1363-6AC2-9FEC-5921-2A64D1E88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8488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00A7C4-6B06-EADC-9C4F-44BD37AB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9553D5-6C11-7C31-C390-CC93F3F0F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F681506-42EC-5FAF-523B-9A9CAC9CA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07B199-3219-9266-39C5-E1AAF2D9C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977D78-9225-100F-ABF5-59E3DF15E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2549342-68AC-77BF-7821-9F3D90E6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6821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63DA0A-6938-C14C-BB59-D217AC7BF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4FC9BD0-D7D7-0C0C-6211-28359F18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51541F-15F9-7044-4F35-B50DB4438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71D1C5-3C02-09AF-0AD1-48B70D1C4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CA7B196-A747-86FF-CEA9-07F17BADE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1125128-F7C4-0B33-FAAA-6C9C1F631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EA76947-AE6C-5B89-F917-85F695A71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803695A-81A4-DC58-FE92-E2F64B9B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7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8BA17-539E-DA4C-1925-3A8291C96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D75943D-68CF-02AB-8658-98A6805FC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10DCDE-BE53-7C4F-A4A7-5C8B1D52C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BB8F11-8CF1-DA07-D01A-04202B43E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597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69DB7BF-6AA1-0464-73E1-1CD5A453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8052E9B-BF95-B3BE-63F4-91C35C064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6BED1D-18BE-CF3B-D163-9150D0F0D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2383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D2085F-8E65-1D73-8F26-8AEC364F6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044C278-50D8-9E7E-3210-7AACFC6FF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0317FB6-42CE-E2E8-8AE5-076456028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45DAA4-9BA8-D7A4-5427-EB8C015F7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6B98BA-C2B9-29EA-4F97-1D3C7FB50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2BAF43-76CA-1C49-4095-A939516D5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230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231391-6DE9-7FFC-AE33-DB749E4A2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AFAD2FD-9AE4-6406-4EDC-E67EBE437E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04068DC-AFBE-7849-7577-44253CB1D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CAF37E-BDD0-A026-7DAF-2FCD27A1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0F1CCF-0428-4716-5929-C4655DF2D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6BA166D-584D-7ECC-45D8-21B67F505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7216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83D466-10B6-0595-A528-26872AB8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1F09718-AA06-9DDB-5F0C-138B7E52A0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9EC2A4-8A53-45FD-D799-37C936359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A940E0-A5F8-A9EE-BC0E-419A0D414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76AE5D-E612-BF21-08B0-91200B2F2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2819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81949BD-AA4B-E44D-E58F-499D66A550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DC80C5-062E-9DE5-1A54-8D16B66260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903E9F-19FF-F930-5548-C1E25FD9C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C56F1A-61A7-F7F7-CA81-F7BA30A8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964244-ECD9-D28D-A489-75C3E0C6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1375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0E18-2402-268B-9B51-F1490AEC7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B60586-B37C-19E2-50B6-01CA6D486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8BE753-CA93-80B8-DABF-845C8B1C1F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39FBD-4B9B-468B-BBF0-CB7E8A878DF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A42586-223A-9B0D-774E-493D197B6B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6E0EB2-0A34-682A-8934-2CCD287CA2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093F3-14FA-4D6F-8152-197671D0C7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0795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597C27-7541-29E4-888E-FB3D21D90855}"/>
              </a:ext>
            </a:extLst>
          </p:cNvPr>
          <p:cNvSpPr txBox="1"/>
          <p:nvPr/>
        </p:nvSpPr>
        <p:spPr>
          <a:xfrm>
            <a:off x="682721" y="2828835"/>
            <a:ext cx="108265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7200" b="1" u="sng" dirty="0"/>
              <a:t>THE</a:t>
            </a:r>
            <a:r>
              <a:rPr lang="ja-JP" altLang="en-US" sz="7200" b="1" u="sng" dirty="0"/>
              <a:t> </a:t>
            </a:r>
            <a:r>
              <a:rPr lang="en-US" altLang="ja-JP" sz="7200" b="1" u="sng" dirty="0"/>
              <a:t>SUPER</a:t>
            </a:r>
            <a:r>
              <a:rPr lang="ja-JP" altLang="en-US" sz="7200" b="1" u="sng" dirty="0"/>
              <a:t> </a:t>
            </a:r>
            <a:r>
              <a:rPr lang="en-US" altLang="ja-JP" sz="7200" b="1" u="sng" dirty="0"/>
              <a:t>TIME</a:t>
            </a:r>
            <a:r>
              <a:rPr lang="ja-JP" altLang="en-US" sz="7200" b="1" dirty="0"/>
              <a:t>⏱</a:t>
            </a:r>
            <a:endParaRPr lang="en-US" altLang="ja-JP" sz="72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9E9DA10-39B4-D40C-DB5E-B4E508FFCB70}"/>
              </a:ext>
            </a:extLst>
          </p:cNvPr>
          <p:cNvSpPr txBox="1"/>
          <p:nvPr/>
        </p:nvSpPr>
        <p:spPr>
          <a:xfrm>
            <a:off x="4095948" y="4166118"/>
            <a:ext cx="400009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チーム名：超熱漢</a:t>
            </a:r>
            <a:endParaRPr kumimoji="1" lang="en-US" altLang="ja-JP" sz="2000" dirty="0"/>
          </a:p>
          <a:p>
            <a:r>
              <a:rPr lang="ja-JP" altLang="en-US" sz="2000" dirty="0"/>
              <a:t>メンバー：福田元気</a:t>
            </a:r>
            <a:endParaRPr lang="en-US" altLang="ja-JP" sz="2000" dirty="0"/>
          </a:p>
          <a:p>
            <a:r>
              <a:rPr kumimoji="1" lang="en-US" altLang="ja-JP" sz="2000" dirty="0"/>
              <a:t>	</a:t>
            </a:r>
            <a:r>
              <a:rPr kumimoji="1" lang="ja-JP" altLang="en-US" sz="2000" dirty="0"/>
              <a:t>　久保田七翔</a:t>
            </a:r>
            <a:endParaRPr kumimoji="1" lang="en-US" altLang="ja-JP" sz="2000" dirty="0"/>
          </a:p>
          <a:p>
            <a:r>
              <a:rPr lang="en-US" altLang="ja-JP" sz="2000" dirty="0"/>
              <a:t>	</a:t>
            </a:r>
            <a:r>
              <a:rPr lang="ja-JP" altLang="en-US" sz="2000" dirty="0"/>
              <a:t>　廣田凌</a:t>
            </a:r>
            <a:endParaRPr lang="en-US" altLang="ja-JP" sz="2000" dirty="0"/>
          </a:p>
          <a:p>
            <a:r>
              <a:rPr kumimoji="1" lang="en-US" altLang="ja-JP" sz="2000" dirty="0"/>
              <a:t>	</a:t>
            </a:r>
            <a:r>
              <a:rPr kumimoji="1" lang="ja-JP" altLang="en-US" sz="2000" dirty="0"/>
              <a:t>　松本大義</a:t>
            </a:r>
            <a:endParaRPr kumimoji="1" lang="en-US" altLang="ja-JP" sz="2000" dirty="0"/>
          </a:p>
          <a:p>
            <a:r>
              <a:rPr lang="en-US" altLang="ja-JP" sz="2000" dirty="0"/>
              <a:t>	</a:t>
            </a:r>
            <a:r>
              <a:rPr lang="ja-JP" altLang="en-US" sz="2000" dirty="0"/>
              <a:t>　玉利倖晟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36051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2A4227A-74E4-11B6-CA69-763AA49EFF06}"/>
              </a:ext>
            </a:extLst>
          </p:cNvPr>
          <p:cNvSpPr txBox="1"/>
          <p:nvPr/>
        </p:nvSpPr>
        <p:spPr>
          <a:xfrm flipH="1">
            <a:off x="1011935" y="1586764"/>
            <a:ext cx="2731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コンセプト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F2DC62-BFB6-7065-256A-5FC80912C64D}"/>
              </a:ext>
            </a:extLst>
          </p:cNvPr>
          <p:cNvSpPr txBox="1"/>
          <p:nvPr/>
        </p:nvSpPr>
        <p:spPr>
          <a:xfrm flipH="1">
            <a:off x="2377439" y="3244067"/>
            <a:ext cx="79328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戦略がはまった瞬間の気持ちよさ</a:t>
            </a:r>
          </a:p>
        </p:txBody>
      </p:sp>
    </p:spTree>
    <p:extLst>
      <p:ext uri="{BB962C8B-B14F-4D97-AF65-F5344CB8AC3E}">
        <p14:creationId xmlns:p14="http://schemas.microsoft.com/office/powerpoint/2010/main" val="737257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ED9AA4-3C3D-22FD-9E7B-F7CA1D436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5941"/>
            <a:ext cx="11353800" cy="6176963"/>
          </a:xfrm>
        </p:spPr>
        <p:txBody>
          <a:bodyPr/>
          <a:lstStyle/>
          <a:p>
            <a:pPr marL="0" indent="0">
              <a:buNone/>
            </a:pPr>
            <a:r>
              <a:rPr lang="ja-JP" altLang="en-US" dirty="0"/>
              <a:t>ゲーム概要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・</a:t>
            </a:r>
            <a:r>
              <a:rPr lang="en-US" altLang="ja-JP" dirty="0"/>
              <a:t>SUPER HOT</a:t>
            </a:r>
            <a:r>
              <a:rPr lang="ja-JP" altLang="en-US" dirty="0"/>
              <a:t>みたいなゲーム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・プレイヤーの動きが止まっているときは時間が止まる！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・次々と現れる敵を拳や銃で倒す！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・全ての敵を倒したらステージクリア！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372500-D551-F847-84B8-28A129E35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643" y="3701240"/>
            <a:ext cx="4922520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08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7A1083-A3A5-671F-4990-AAAB631C73E0}"/>
              </a:ext>
            </a:extLst>
          </p:cNvPr>
          <p:cNvSpPr txBox="1"/>
          <p:nvPr/>
        </p:nvSpPr>
        <p:spPr>
          <a:xfrm>
            <a:off x="524256" y="2505670"/>
            <a:ext cx="1166774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ターゲットユーザー</a:t>
            </a:r>
            <a:endParaRPr kumimoji="1" lang="en-US" altLang="ja-JP" sz="3200" dirty="0"/>
          </a:p>
          <a:p>
            <a:endParaRPr kumimoji="1" lang="en-US" altLang="ja-JP" sz="3200" dirty="0"/>
          </a:p>
          <a:p>
            <a:r>
              <a:rPr lang="en-US" altLang="ja-JP" sz="3200" dirty="0"/>
              <a:t>SUPER HOT</a:t>
            </a:r>
            <a:r>
              <a:rPr lang="ja-JP" altLang="en-US" sz="3200" dirty="0"/>
              <a:t>の売上（</a:t>
            </a:r>
            <a:r>
              <a:rPr lang="en-US" altLang="ja-JP" sz="3200" dirty="0"/>
              <a:t>120</a:t>
            </a:r>
            <a:r>
              <a:rPr lang="ja-JP" altLang="en-US" sz="3200" dirty="0"/>
              <a:t>～</a:t>
            </a:r>
            <a:r>
              <a:rPr lang="en-US" altLang="ja-JP" sz="3200" dirty="0"/>
              <a:t>150</a:t>
            </a:r>
            <a:r>
              <a:rPr lang="ja-JP" altLang="en-US" sz="3200" dirty="0"/>
              <a:t>万本）のだいたい半分　</a:t>
            </a:r>
            <a:r>
              <a:rPr lang="en-US" altLang="ja-JP" sz="3200" dirty="0"/>
              <a:t>60</a:t>
            </a:r>
            <a:r>
              <a:rPr lang="ja-JP" altLang="en-US" sz="3200" dirty="0"/>
              <a:t>万人</a:t>
            </a:r>
            <a:endParaRPr lang="en-US" altLang="ja-JP" sz="3200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95955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91</Words>
  <Application>Microsoft Office PowerPoint</Application>
  <PresentationFormat>ワイド画面</PresentationFormat>
  <Paragraphs>17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久保田　七翔</dc:creator>
  <cp:lastModifiedBy>久保田　七翔</cp:lastModifiedBy>
  <cp:revision>3</cp:revision>
  <dcterms:created xsi:type="dcterms:W3CDTF">2026-09-10T08:03:29Z</dcterms:created>
  <dcterms:modified xsi:type="dcterms:W3CDTF">2026-09-10T08:50:18Z</dcterms:modified>
</cp:coreProperties>
</file>